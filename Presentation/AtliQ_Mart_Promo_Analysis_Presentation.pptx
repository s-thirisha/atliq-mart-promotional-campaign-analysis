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AB9BF0-2B3E-4C9B-A2A8-67B9F47369FC}" v="1" dt="2026-06-04T11:11:37.4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156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irisha S" userId="9898b2ecfe316a55" providerId="LiveId" clId="{8C150BB2-9218-488B-B012-E3F261622E26}"/>
    <pc:docChg chg="modSld">
      <pc:chgData name="Thirisha S" userId="9898b2ecfe316a55" providerId="LiveId" clId="{8C150BB2-9218-488B-B012-E3F261622E26}" dt="2026-06-04T11:11:37.436" v="0"/>
      <pc:docMkLst>
        <pc:docMk/>
      </pc:docMkLst>
      <pc:sldChg chg="modSp">
        <pc:chgData name="Thirisha S" userId="9898b2ecfe316a55" providerId="LiveId" clId="{8C150BB2-9218-488B-B012-E3F261622E26}" dt="2026-06-04T11:11:37.436" v="0"/>
        <pc:sldMkLst>
          <pc:docMk/>
          <pc:sldMk cId="0" sldId="256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6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6"/>
            <ac:spMk id="3" creationId="{00000000-0000-0000-0000-000000000000}"/>
          </ac:spMkLst>
        </pc:spChg>
      </pc:sldChg>
      <pc:sldChg chg="modSp">
        <pc:chgData name="Thirisha S" userId="9898b2ecfe316a55" providerId="LiveId" clId="{8C150BB2-9218-488B-B012-E3F261622E26}" dt="2026-06-04T11:11:37.436" v="0"/>
        <pc:sldMkLst>
          <pc:docMk/>
          <pc:sldMk cId="0" sldId="257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7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7"/>
            <ac:spMk id="3" creationId="{00000000-0000-0000-0000-000000000000}"/>
          </ac:spMkLst>
        </pc:spChg>
      </pc:sldChg>
      <pc:sldChg chg="modSp">
        <pc:chgData name="Thirisha S" userId="9898b2ecfe316a55" providerId="LiveId" clId="{8C150BB2-9218-488B-B012-E3F261622E26}" dt="2026-06-04T11:11:37.436" v="0"/>
        <pc:sldMkLst>
          <pc:docMk/>
          <pc:sldMk cId="0" sldId="258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8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8"/>
            <ac:spMk id="3" creationId="{00000000-0000-0000-0000-000000000000}"/>
          </ac:spMkLst>
        </pc:spChg>
      </pc:sldChg>
      <pc:sldChg chg="modSp">
        <pc:chgData name="Thirisha S" userId="9898b2ecfe316a55" providerId="LiveId" clId="{8C150BB2-9218-488B-B012-E3F261622E26}" dt="2026-06-04T11:11:37.436" v="0"/>
        <pc:sldMkLst>
          <pc:docMk/>
          <pc:sldMk cId="0" sldId="259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9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59"/>
            <ac:spMk id="3" creationId="{00000000-0000-0000-0000-000000000000}"/>
          </ac:spMkLst>
        </pc:spChg>
      </pc:sldChg>
      <pc:sldChg chg="modSp">
        <pc:chgData name="Thirisha S" userId="9898b2ecfe316a55" providerId="LiveId" clId="{8C150BB2-9218-488B-B012-E3F261622E26}" dt="2026-06-04T11:11:37.436" v="0"/>
        <pc:sldMkLst>
          <pc:docMk/>
          <pc:sldMk cId="0" sldId="260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60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60"/>
            <ac:spMk id="3" creationId="{00000000-0000-0000-0000-000000000000}"/>
          </ac:spMkLst>
        </pc:spChg>
      </pc:sldChg>
      <pc:sldChg chg="modSp">
        <pc:chgData name="Thirisha S" userId="9898b2ecfe316a55" providerId="LiveId" clId="{8C150BB2-9218-488B-B012-E3F261622E26}" dt="2026-06-04T11:11:37.436" v="0"/>
        <pc:sldMkLst>
          <pc:docMk/>
          <pc:sldMk cId="0" sldId="261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61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61"/>
            <ac:spMk id="3" creationId="{00000000-0000-0000-0000-000000000000}"/>
          </ac:spMkLst>
        </pc:spChg>
      </pc:sldChg>
      <pc:sldChg chg="modSp">
        <pc:chgData name="Thirisha S" userId="9898b2ecfe316a55" providerId="LiveId" clId="{8C150BB2-9218-488B-B012-E3F261622E26}" dt="2026-06-04T11:11:37.436" v="0"/>
        <pc:sldMkLst>
          <pc:docMk/>
          <pc:sldMk cId="0" sldId="262"/>
        </pc:sldMkLst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62"/>
            <ac:spMk id="2" creationId="{00000000-0000-0000-0000-000000000000}"/>
          </ac:spMkLst>
        </pc:spChg>
        <pc:spChg chg="mod">
          <ac:chgData name="Thirisha S" userId="9898b2ecfe316a55" providerId="LiveId" clId="{8C150BB2-9218-488B-B012-E3F261622E26}" dt="2026-06-04T11:11:37.436" v="0"/>
          <ac:spMkLst>
            <pc:docMk/>
            <pc:sldMk cId="0" sldId="262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Freeform 28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764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727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643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289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270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295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668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31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355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964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023055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5589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288056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1896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1975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095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65481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5" r:id="rId4"/>
    <p:sldLayoutId id="2147483836" r:id="rId5"/>
    <p:sldLayoutId id="2147483837" r:id="rId6"/>
    <p:sldLayoutId id="2147483838" r:id="rId7"/>
    <p:sldLayoutId id="2147483839" r:id="rId8"/>
    <p:sldLayoutId id="2147483840" r:id="rId9"/>
    <p:sldLayoutId id="2147483841" r:id="rId10"/>
    <p:sldLayoutId id="2147483842" r:id="rId11"/>
    <p:sldLayoutId id="2147483843" r:id="rId12"/>
    <p:sldLayoutId id="2147483844" r:id="rId13"/>
    <p:sldLayoutId id="2147483845" r:id="rId14"/>
    <p:sldLayoutId id="2147483846" r:id="rId15"/>
    <p:sldLayoutId id="2147483847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AtliQ Mart Promotional Campaign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t>Objective: Evaluate festive campaign performance and identify actionable business insights.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Did the campaigns work?</a:t>
            </a:r>
          </a:p>
          <a:p>
            <a:r>
              <a:t>Which promotions performed best?</a:t>
            </a:r>
          </a:p>
          <a:p>
            <a:r>
              <a:t>Which products/categories benefited most?</a:t>
            </a:r>
          </a:p>
          <a:p>
            <a:r>
              <a:t>Which stores and cities performed best?</a:t>
            </a:r>
          </a:p>
          <a:p>
            <a:r>
              <a:t>What should be repeated in future campaigns?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Revenue increased by ₹107M</a:t>
            </a:r>
          </a:p>
          <a:p>
            <a:r>
              <a:rPr dirty="0"/>
              <a:t>Units sold increased by 226K</a:t>
            </a:r>
          </a:p>
          <a:p>
            <a:r>
              <a:rPr dirty="0"/>
              <a:t>Diwali generated higher revenue</a:t>
            </a:r>
          </a:p>
          <a:p>
            <a:r>
              <a:rPr dirty="0"/>
              <a:t>Campaigns were successful overall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Promotion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₹500 Cashback delivered highest revenue uplift</a:t>
            </a:r>
          </a:p>
          <a:p>
            <a:r>
              <a:rPr dirty="0"/>
              <a:t> BOGOF delivered highest sales volume uplift</a:t>
            </a:r>
          </a:p>
          <a:p>
            <a:r>
              <a:rPr dirty="0"/>
              <a:t> High-discount offers underperformed</a:t>
            </a:r>
          </a:p>
          <a:p>
            <a:r>
              <a:rPr dirty="0"/>
              <a:t> Promotion effectiveness varied by campaign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&amp; Category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Home Appliances showed highest sales uplift</a:t>
            </a:r>
          </a:p>
          <a:p>
            <a:r>
              <a:rPr dirty="0"/>
              <a:t> Combo products generated highest revenue</a:t>
            </a:r>
          </a:p>
          <a:p>
            <a:r>
              <a:rPr dirty="0"/>
              <a:t> BOGOF drove Home Appliance growth</a:t>
            </a:r>
          </a:p>
          <a:p>
            <a:r>
              <a:rPr dirty="0"/>
              <a:t> High sales growth did not always translate into high revenue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Store &amp; City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Bengaluru generated highest revenue contribution</a:t>
            </a:r>
          </a:p>
          <a:p>
            <a:r>
              <a:rPr dirty="0"/>
              <a:t> Top stores delivered &gt;₹3M revenue uplift</a:t>
            </a:r>
          </a:p>
          <a:p>
            <a:r>
              <a:rPr dirty="0"/>
              <a:t> Even lower-performing stores showed positive growth</a:t>
            </a:r>
          </a:p>
          <a:p>
            <a:r>
              <a:rPr dirty="0"/>
              <a:t> Regional demand varies significantly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Continue Cashback promotions for revenue growth</a:t>
            </a:r>
          </a:p>
          <a:p>
            <a:r>
              <a:rPr lang="en-US" dirty="0"/>
              <a:t> </a:t>
            </a:r>
            <a:r>
              <a:rPr dirty="0"/>
              <a:t>Use BOGOF for volume growth and inventory movement</a:t>
            </a:r>
          </a:p>
          <a:p>
            <a:r>
              <a:rPr dirty="0"/>
              <a:t> Reassess high-discount promotions</a:t>
            </a:r>
          </a:p>
          <a:p>
            <a:r>
              <a:rPr dirty="0"/>
              <a:t> Prioritize Combo products</a:t>
            </a:r>
          </a:p>
          <a:p>
            <a:r>
              <a:rPr dirty="0"/>
              <a:t>Test alternative promotions for Home Appliances</a:t>
            </a:r>
          </a:p>
          <a:p>
            <a:r>
              <a:rPr dirty="0"/>
              <a:t> Invest in high-performing cities and stores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</TotalTime>
  <Words>201</Words>
  <Application>Microsoft Office PowerPoint</Application>
  <PresentationFormat>On-screen Show (4:3)</PresentationFormat>
  <Paragraphs>35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Trebuchet MS</vt:lpstr>
      <vt:lpstr>Wingdings 3</vt:lpstr>
      <vt:lpstr>Facet</vt:lpstr>
      <vt:lpstr>AtliQ Mart Promotional Campaign Analysis</vt:lpstr>
      <vt:lpstr>Problem Statement</vt:lpstr>
      <vt:lpstr>Executive Summary</vt:lpstr>
      <vt:lpstr>Promotion Analysis</vt:lpstr>
      <vt:lpstr>Product &amp; Category Insights</vt:lpstr>
      <vt:lpstr>Store &amp; City Insights</vt:lpstr>
      <vt:lpstr>Recommendations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Thirisha S</cp:lastModifiedBy>
  <cp:revision>3</cp:revision>
  <dcterms:created xsi:type="dcterms:W3CDTF">2013-01-27T09:14:16Z</dcterms:created>
  <dcterms:modified xsi:type="dcterms:W3CDTF">2026-06-04T11:11:47Z</dcterms:modified>
  <cp:category/>
</cp:coreProperties>
</file>