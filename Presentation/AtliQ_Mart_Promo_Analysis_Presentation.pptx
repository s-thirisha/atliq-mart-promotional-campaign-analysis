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B9BF0-2B3E-4C9B-A2A8-67B9F47369FC}" v="5" dt="2026-06-04T11:38:36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isha S" userId="9898b2ecfe316a55" providerId="LiveId" clId="{8C150BB2-9218-488B-B012-E3F261622E26}"/>
    <pc:docChg chg="undo custSel modSld">
      <pc:chgData name="Thirisha S" userId="9898b2ecfe316a55" providerId="LiveId" clId="{8C150BB2-9218-488B-B012-E3F261622E26}" dt="2026-06-04T11:39:29.861" v="123" actId="5793"/>
      <pc:docMkLst>
        <pc:docMk/>
      </pc:docMkLst>
      <pc:sldChg chg="modSp">
        <pc:chgData name="Thirisha S" userId="9898b2ecfe316a55" providerId="LiveId" clId="{8C150BB2-9218-488B-B012-E3F261622E26}" dt="2026-06-04T11:11:37.436" v="0"/>
        <pc:sldMkLst>
          <pc:docMk/>
          <pc:sldMk cId="0" sldId="256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Thirisha S" userId="9898b2ecfe316a55" providerId="LiveId" clId="{8C150BB2-9218-488B-B012-E3F261622E26}" dt="2026-06-04T11:36:38.241" v="19" actId="20577"/>
        <pc:sldMkLst>
          <pc:docMk/>
          <pc:sldMk cId="0" sldId="257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36:38.241" v="1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Thirisha S" userId="9898b2ecfe316a55" providerId="LiveId" clId="{8C150BB2-9218-488B-B012-E3F261622E26}" dt="2026-06-04T11:39:29.861" v="123" actId="5793"/>
        <pc:sldMkLst>
          <pc:docMk/>
          <pc:sldMk cId="0" sldId="258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39:29.861" v="123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Thirisha S" userId="9898b2ecfe316a55" providerId="LiveId" clId="{8C150BB2-9218-488B-B012-E3F261622E26}" dt="2026-06-04T11:11:37.436" v="0"/>
        <pc:sldMkLst>
          <pc:docMk/>
          <pc:sldMk cId="0" sldId="259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Thirisha S" userId="9898b2ecfe316a55" providerId="LiveId" clId="{8C150BB2-9218-488B-B012-E3F261622E26}" dt="2026-06-04T11:11:37.436" v="0"/>
        <pc:sldMkLst>
          <pc:docMk/>
          <pc:sldMk cId="0" sldId="260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Thirisha S" userId="9898b2ecfe316a55" providerId="LiveId" clId="{8C150BB2-9218-488B-B012-E3F261622E26}" dt="2026-06-04T11:11:37.436" v="0"/>
        <pc:sldMkLst>
          <pc:docMk/>
          <pc:sldMk cId="0" sldId="261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Thirisha S" userId="9898b2ecfe316a55" providerId="LiveId" clId="{8C150BB2-9218-488B-B012-E3F261622E26}" dt="2026-06-04T11:11:37.436" v="0"/>
        <pc:sldMkLst>
          <pc:docMk/>
          <pc:sldMk cId="0" sldId="262"/>
        </pc:sldMkLst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Thirisha S" userId="9898b2ecfe316a55" providerId="LiveId" clId="{8C150BB2-9218-488B-B012-E3F261622E26}" dt="2026-06-04T11:11:37.436" v="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6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27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4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8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7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9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6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5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6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305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8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8805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97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54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AtliQ Mart Promotional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Objective: Evaluate festive campaign performance and identify actionable business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AtliQ</a:t>
            </a:r>
            <a:r>
              <a:rPr lang="en-US" dirty="0"/>
              <a:t> Mart ran promotional campaigns during Diwali and Sankranti.</a:t>
            </a:r>
          </a:p>
          <a:p>
            <a:endParaRPr lang="en-US" dirty="0"/>
          </a:p>
          <a:p>
            <a:r>
              <a:rPr lang="en-US" dirty="0"/>
              <a:t> Management wanted to identify:</a:t>
            </a:r>
          </a:p>
          <a:p>
            <a:r>
              <a:rPr lang="en-US" dirty="0"/>
              <a:t> Campaign success</a:t>
            </a:r>
          </a:p>
          <a:p>
            <a:r>
              <a:rPr lang="en-US" dirty="0"/>
              <a:t> Best-performing promotions</a:t>
            </a:r>
          </a:p>
          <a:p>
            <a:r>
              <a:rPr lang="en-US" dirty="0"/>
              <a:t> Best-performing products and categories</a:t>
            </a:r>
          </a:p>
          <a:p>
            <a:r>
              <a:rPr lang="en-US" dirty="0"/>
              <a:t> Top cities and stores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Revenue Before : </a:t>
            </a:r>
            <a:r>
              <a:rPr lang="en-IN" dirty="0"/>
              <a:t>₹140.7M</a:t>
            </a:r>
          </a:p>
          <a:p>
            <a:r>
              <a:rPr lang="en-IN" dirty="0"/>
              <a:t>Revenue After : ₹248M</a:t>
            </a:r>
            <a:endParaRPr lang="en-US" dirty="0"/>
          </a:p>
          <a:p>
            <a:r>
              <a:rPr dirty="0"/>
              <a:t>Revenue increased by ₹107M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Units Sold Before : 209k</a:t>
            </a:r>
            <a:endParaRPr lang="en-IN" dirty="0"/>
          </a:p>
          <a:p>
            <a:r>
              <a:rPr lang="en-IN" dirty="0"/>
              <a:t>Units Sold After : 435k</a:t>
            </a:r>
          </a:p>
          <a:p>
            <a:r>
              <a:rPr dirty="0"/>
              <a:t>Units sold increased by 226K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Diwali generated higher revenue</a:t>
            </a:r>
          </a:p>
          <a:p>
            <a:r>
              <a:rPr dirty="0"/>
              <a:t>Campaigns were successful overall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₹500 Cashback delivered highest revenue uplift</a:t>
            </a:r>
          </a:p>
          <a:p>
            <a:r>
              <a:rPr dirty="0"/>
              <a:t> BOGOF delivered highest sales volume uplift</a:t>
            </a:r>
          </a:p>
          <a:p>
            <a:r>
              <a:rPr dirty="0"/>
              <a:t> High-discount offers underperformed</a:t>
            </a:r>
          </a:p>
          <a:p>
            <a:r>
              <a:rPr dirty="0"/>
              <a:t> Promotion effectiveness varied by campaign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Home Appliances showed highest sales uplift</a:t>
            </a:r>
          </a:p>
          <a:p>
            <a:r>
              <a:rPr dirty="0"/>
              <a:t> Combo products generated highest revenue</a:t>
            </a:r>
          </a:p>
          <a:p>
            <a:r>
              <a:rPr dirty="0"/>
              <a:t> BOGOF drove Home Appliance growth</a:t>
            </a:r>
          </a:p>
          <a:p>
            <a:r>
              <a:rPr dirty="0"/>
              <a:t> High sales growth did not always translate into high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&amp; City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Bengaluru generated highest revenue contribution</a:t>
            </a:r>
          </a:p>
          <a:p>
            <a:r>
              <a:rPr dirty="0"/>
              <a:t> Top stores delivered &gt;₹3M revenue uplift</a:t>
            </a:r>
          </a:p>
          <a:p>
            <a:r>
              <a:rPr dirty="0"/>
              <a:t> Even lower-performing stores showed positive growth</a:t>
            </a:r>
          </a:p>
          <a:p>
            <a:r>
              <a:rPr dirty="0"/>
              <a:t> Regional demand varies significantly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Continue Cashback promotions for revenue growth</a:t>
            </a:r>
          </a:p>
          <a:p>
            <a:r>
              <a:rPr lang="en-US" dirty="0"/>
              <a:t> </a:t>
            </a:r>
            <a:r>
              <a:rPr dirty="0"/>
              <a:t>Use BOGOF for volume growth and inventory movement</a:t>
            </a:r>
          </a:p>
          <a:p>
            <a:r>
              <a:rPr dirty="0"/>
              <a:t> Reassess high-discount promotions</a:t>
            </a:r>
          </a:p>
          <a:p>
            <a:r>
              <a:rPr dirty="0"/>
              <a:t> Prioritize Combo products</a:t>
            </a:r>
          </a:p>
          <a:p>
            <a:r>
              <a:rPr dirty="0"/>
              <a:t>Test alternative promotions for Home Appliances</a:t>
            </a:r>
          </a:p>
          <a:p>
            <a:r>
              <a:rPr dirty="0"/>
              <a:t> Invest in high-performing cities and stores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221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AtliQ Mart Promotional Campaign Analysis</vt:lpstr>
      <vt:lpstr>Problem Statement</vt:lpstr>
      <vt:lpstr>Executive Summary</vt:lpstr>
      <vt:lpstr>Promotion Analysis</vt:lpstr>
      <vt:lpstr>Product &amp; Category Insights</vt:lpstr>
      <vt:lpstr>Store &amp; City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Thirisha S</cp:lastModifiedBy>
  <cp:revision>3</cp:revision>
  <dcterms:created xsi:type="dcterms:W3CDTF">2013-01-27T09:14:16Z</dcterms:created>
  <dcterms:modified xsi:type="dcterms:W3CDTF">2026-06-04T11:39:37Z</dcterms:modified>
  <cp:category/>
</cp:coreProperties>
</file>